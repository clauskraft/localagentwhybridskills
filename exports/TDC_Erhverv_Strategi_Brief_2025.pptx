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DC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2007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8229600" cy="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TDC Erhverv x @dot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0074"/>
                </a:solidFill>
              </a:rPr>
              <a:t>Strategisk Briefing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Danmarks Digitale Forsvar &amp; Suverænitet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Transformation af teknisk intelligens til forretningsværdi for TDC Erhverv. Baseret på harvested viden (Sovereignty 2025).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3657600"/>
            <a:ext cx="22860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931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20074"/>
                </a:solidFill>
              </a:rPr>
              <a:t>87%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855"/>
                </a:solidFill>
              </a:rPr>
              <a:t>Cloudmarked styret af USA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3657600"/>
            <a:ext cx="22860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3931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20074"/>
                </a:solidFill>
              </a:rPr>
              <a:t>21 mia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2900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855"/>
                </a:solidFill>
              </a:rPr>
              <a:t>IT-behov i Forsvaret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3657600"/>
            <a:ext cx="22860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3931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20074"/>
                </a:solidFill>
              </a:rPr>
              <a:t>100%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7220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855"/>
                </a:solidFill>
              </a:rPr>
              <a:t>Dansk Suverænitet med @dot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0074"/>
                </a:solidFill>
              </a:rPr>
              <a:t>Udfordringen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Sikkerhedspolitiske Krise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Rusland udgør en stigende cybertrussel mod dansk kritisk infrastruktur. Forsvarets IT-sikkerhed er i "strukturel ubalance" ifølge Statsrevisorerne.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666666"/>
                </a:solidFill>
              </a:rPr>
              <a:t>Schrems II &amp; GDPR skaber juridisk usikkerhed for cloud.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666666"/>
                </a:solidFill>
              </a:rPr>
              <a:t>NIS2 kravene stiller nye strenge krav til ledelsesansvar.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666666"/>
                </a:solidFill>
              </a:rPr>
              <a:t>Behov for suveræn dansk infrastruktur har aldrig været større.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0074"/>
                </a:solidFill>
              </a:rPr>
              <a:t>Løsningen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 Suveræne Output (The Stack)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84048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0074"/>
                </a:solidFill>
              </a:rPr>
              <a:t>CloudKey®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BYOK/HYOK løsning, der sikrer 100% kontrol over krypteringsnøgler på dansk jord.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2286000"/>
            <a:ext cx="384048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0074"/>
                </a:solidFill>
              </a:rPr>
              <a:t>Gefion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Suveræn AI compute i Danmark, synkroniseret med @dot agenter.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384048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0074"/>
                </a:solidFill>
              </a:rPr>
              <a:t>5G Private Networks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Isoleret, sikker konnektivitet til militærbaser og kritisk industri.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4023360"/>
            <a:ext cx="384048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0074"/>
                </a:solidFill>
              </a:rPr>
              <a:t>@dot Constellation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4572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Autonom orkestrering af viden og sikkerhed i realtid.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0074"/>
                </a:solidFill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 Strategi til Eksekvering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Phase 4 er nu operationaliseret og klar til briefing af interessenter.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45720" cy="2286000"/>
          </a:xfrm>
          <a:prstGeom prst="rect">
            <a:avLst/>
          </a:prstGeom>
          <a:solidFill>
            <a:srgbClr val="E2007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</a:rPr>
              <a:t>Q1 2026: 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Etablering af Forsvars-salgsteam og POC-opstart.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</a:rPr>
              <a:t>Q2 2026: 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Fuld integration af Gefion AI i CloudKey økosystemet.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</a:rPr>
              <a:t>End-goal: 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Et suverænt Danmark, understøttet af @dot intelligens.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TDC Erhverv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TDC Erhverv | Strategisk Briefing - Digital Suverænitet</dc:title>
  <dc:subject>Digital Suverænitet 2025</dc:subject>
  <dc:creator>TDC Erhverv x @dot</dc:creator>
  <cp:lastModifiedBy>TDC Erhverv x @dot</cp:lastModifiedBy>
  <cp:revision>1</cp:revision>
  <dcterms:created xsi:type="dcterms:W3CDTF">2026-01-09T11:51:13Z</dcterms:created>
  <dcterms:modified xsi:type="dcterms:W3CDTF">2026-01-09T11:51:13Z</dcterms:modified>
</cp:coreProperties>
</file>